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18517426d8a4ad2" /><Relationship Type="http://schemas.openxmlformats.org/officeDocument/2006/relationships/extended-properties" Target="/docProps/app.xml" Id="R45cce65223074f53" /><Relationship Type="http://schemas.openxmlformats.org/officeDocument/2006/relationships/officeDocument" Target="/ppt/presentation.xml" Id="R687e62433dc14b7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a351dec67e94bae"/>
  </p:sldMasterIdLst>
  <p:notesMasterIdLst>
    <p:notesMasterId xmlns:r="http://schemas.openxmlformats.org/officeDocument/2006/relationships" r:id="Rce922ccf11514033"/>
  </p:notesMasterIdLst>
  <p:sldIdLst>
    <p:sldId xmlns:r="http://schemas.openxmlformats.org/officeDocument/2006/relationships" id="256" r:id="Ref8f8b1b52274ef2"/>
  </p:sldIdLst>
  <p:sldSz cx="9525000" cy="952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1f39eb55e04f61" /><Relationship Type="http://schemas.openxmlformats.org/officeDocument/2006/relationships/slideMaster" Target="/ppt/slideMasters/slideMaster1.xml" Id="R8a351dec67e94bae" /><Relationship Type="http://schemas.openxmlformats.org/officeDocument/2006/relationships/notesMaster" Target="/ppt/notesMasters/notesMaster1.xml" Id="Rce922ccf11514033" /><Relationship Type="http://schemas.openxmlformats.org/officeDocument/2006/relationships/presProps" Target="/ppt/presProps.xml" Id="Rbb03b59c42634ffb" /><Relationship Type="http://schemas.openxmlformats.org/officeDocument/2006/relationships/tableStyles" Target="/ppt/tableStyles.xml" Id="R7e5ae76aafa74d91" /><Relationship Type="http://schemas.openxmlformats.org/officeDocument/2006/relationships/slide" Target="/ppt/slides/slide1.xml" Id="Ref8f8b1b52274ef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729b0f59d2a44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c75ebada1b48fb" /><Relationship Type="http://schemas.openxmlformats.org/officeDocument/2006/relationships/notesMaster" Target="/ppt/notesMasters/notesMaster1.xml" Id="R033b8f807b3e41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https://github.com/rnwjdgus03/fire-care/blob/main/ppt-assets/fire-care-app-flow-onepage.svg.png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eeee890b05491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d41ff9aac74d28" /><Relationship Type="http://schemas.openxmlformats.org/officeDocument/2006/relationships/slideLayout" Target="/ppt/slideLayouts/slideLayout1.xml" Id="Reeb413167c83429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eb413167c83429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f6c4f0bda044eb" /><Relationship Type="http://schemas.openxmlformats.org/officeDocument/2006/relationships/image" Target="/ppt/media/image.png" Id="Rc198e5f5a0d34ad9" /><Relationship Type="http://schemas.openxmlformats.org/officeDocument/2006/relationships/notesSlide" Target="/ppt/notesSlides/notesSlide1.xml" Id="Raa9ed6055056405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98e5f5a0d34ad9"/>
          <a:stretch xmlns:a="http://schemas.openxmlformats.org/drawingml/2006/main"/>
        </p:blipFill>
        <p:spPr>
          <a:xfrm xmlns:a="http://schemas.openxmlformats.org/drawingml/2006/main">
            <a:off x="0" y="0"/>
            <a:ext cx="9525000" cy="9525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1399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2026-10-03T16:47:17.2600000Z</dcterms:created>
  <dcterms:modified xsi:type="dcterms:W3CDTF">2026-10-03T16:47:17.2600000Z</dcterms:modified>
</coreProperties>
</file>